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 Black"/>
              </a:defRPr>
            </a:pPr>
            <a:r>
              <a:t>THE AI REVOLUTION</a:t>
            </a:r>
          </a:p>
          <a:p>
            <a:r>
              <a:t>STARTS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C107"/>
                </a:solidFill>
                <a:latin typeface="Segoe UI"/>
              </a:defRPr>
            </a:pPr>
            <a:r>
              <a:t>Join Nexus AI Club at University of St.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943600"/>
            <a:ext cx="3657600" cy="13716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6035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 Black"/>
              </a:defRPr>
            </a:pPr>
            <a:r>
              <a:t>12M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675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  <a:latin typeface="Segoe UI"/>
              </a:defRPr>
            </a:pPr>
            <a:r>
              <a:t>New AI Jobs by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5943600"/>
            <a:ext cx="3657600" cy="13716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6035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 Black"/>
              </a:defRPr>
            </a:pPr>
            <a:r>
              <a:t>$165K+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675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  <a:latin typeface="Segoe UI"/>
              </a:defRPr>
            </a:pPr>
            <a:r>
              <a:t>AI Engineer Starting Salary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943600"/>
            <a:ext cx="3657600" cy="13716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603504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7CC"/>
                </a:solidFill>
                <a:latin typeface="Segoe UI Black"/>
              </a:defRPr>
            </a:pPr>
            <a:r>
              <a:t>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675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  <a:latin typeface="Segoe UI"/>
              </a:defRPr>
            </a:pPr>
            <a:r>
              <a:t>Businesses Adopting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4A90E2"/>
              </a:gs>
              <a:gs pos="100000">
                <a:srgbClr val="B43AFF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THE OPPORTUNITY IS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774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2.3M AI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0175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Posted in 2024</a:t>
            </a:r>
          </a:p>
          <a:p>
            <a:r>
              <a:t>(40% increase)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3774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$165K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0175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AI Salary vs $75K</a:t>
            </a:r>
          </a:p>
          <a:p>
            <a:r>
              <a:t>General Tech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976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480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89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5x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0292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Demand Growth</a:t>
            </a:r>
          </a:p>
          <a:p>
            <a:r>
              <a:t>vs Skilled Professionals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480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89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Every Industry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0292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Healthcare • Finance</a:t>
            </a:r>
          </a:p>
          <a:p>
            <a:r>
              <a:t>Marketing •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FF6384"/>
              </a:gs>
              <a:gs pos="100000">
                <a:srgbClr val="FF9F40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BUT THERE'S A PROBLEM...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774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87% of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0175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Graduate without</a:t>
            </a:r>
          </a:p>
          <a:p>
            <a:r>
              <a:t>Practical AI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8600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3774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Traditional 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0175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Focus on Theory</a:t>
            </a:r>
          </a:p>
          <a:p>
            <a:r>
              <a:t>Not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976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480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89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Skills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0292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Employer Needs vs</a:t>
            </a:r>
          </a:p>
          <a:p>
            <a:r>
              <a:t>School Teaching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976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480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89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Time Running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0292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AI Adoption</a:t>
            </a:r>
          </a:p>
          <a:p>
            <a:r>
              <a:t>Accelerating Rapidly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38B2AC"/>
              </a:gs>
              <a:gs pos="100000">
                <a:srgbClr val="81E6D9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MEET NEXUS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Segoe UI"/>
              </a:defRPr>
            </a:pPr>
            <a:r>
              <a:t>Your Gateway to AI Mastery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1089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0175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6576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Empower UST students with</a:t>
            </a:r>
          </a:p>
          <a:p>
            <a:r>
              <a:t>cutting-edge AI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2608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31089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0175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6576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Transform UST into Minnesota's</a:t>
            </a:r>
          </a:p>
          <a:p>
            <a:r>
              <a:t>premier AI talent 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93776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0292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66928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Where curiosity</a:t>
            </a:r>
          </a:p>
          <a:p>
            <a:r>
              <a:t>meets capability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937760"/>
            <a:ext cx="5943600" cy="16459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0292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7CC"/>
                </a:solidFill>
                <a:latin typeface="Segoe UI"/>
              </a:defRPr>
            </a:pPr>
            <a:r>
              <a:t>Promise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66928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Segoe UI"/>
              </a:defRPr>
            </a:pPr>
            <a:r>
              <a:t>Real skills, real projects,</a:t>
            </a:r>
          </a:p>
          <a:p>
            <a:r>
              <a:t>real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405DE6"/>
              </a:gs>
              <a:gs pos="100000">
                <a:srgbClr val="845EC2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FOUR PILLARS OF AI 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5486400" cy="2103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834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7CC"/>
                </a:solidFill>
                <a:latin typeface="Segoe UI"/>
              </a:defRPr>
            </a:pPr>
            <a:r>
              <a:t>HANDS-ON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Weekly coding workshops</a:t>
            </a:r>
          </a:p>
          <a:p>
            <a:r>
              <a:t>ML model building sessions</a:t>
            </a:r>
          </a:p>
          <a:p>
            <a:r>
              <a:t>AI tool masterclasses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43200"/>
            <a:ext cx="5486400" cy="2103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834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834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7CC"/>
                </a:solidFill>
                <a:latin typeface="Segoe UI"/>
              </a:defRPr>
            </a:pPr>
            <a:r>
              <a:t>REAL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Industry partnerships</a:t>
            </a:r>
          </a:p>
          <a:p>
            <a:r>
              <a:t>Startup collaborations</a:t>
            </a:r>
          </a:p>
          <a:p>
            <a:r>
              <a:t>Social impact initiatives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5486400" cy="2103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120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7CC"/>
                </a:solidFill>
                <a:latin typeface="Segoe UI"/>
              </a:defRPr>
            </a:pPr>
            <a:r>
              <a:t>COMPETITIONS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43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Hackathons &amp; contests</a:t>
            </a:r>
          </a:p>
          <a:p>
            <a:r>
              <a:t>Research paper submissions</a:t>
            </a:r>
          </a:p>
          <a:p>
            <a:r>
              <a:t>Innovation challenges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029200"/>
            <a:ext cx="5486400" cy="210312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1206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120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7CC"/>
                </a:solidFill>
                <a:latin typeface="Segoe UI"/>
              </a:defRPr>
            </a:pPr>
            <a:r>
              <a:t>NETWORKING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943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Segoe UI"/>
              </a:defRPr>
            </a:pPr>
            <a:r>
              <a:t>Industry guest speakers</a:t>
            </a:r>
          </a:p>
          <a:p>
            <a:r>
              <a:t>Alumni mentorship</a:t>
            </a:r>
          </a:p>
          <a:p>
            <a:r>
              <a:t>Career placement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9B51E0"/>
              </a:gs>
              <a:gs pos="100000">
                <a:srgbClr val="FF6EC7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READY TO SHAPE THE FUTURE?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286000"/>
            <a:ext cx="4114800" cy="41148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24688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3832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Segoe UI"/>
              </a:defRPr>
            </a:pPr>
            <a:r>
              <a:t>FULL MEMBERSHIP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93192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7CC"/>
                </a:solidFill>
                <a:latin typeface="Segoe UI"/>
              </a:defRPr>
            </a:pPr>
            <a:r>
              <a:t>$20/semester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572000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All workshops &amp; events</a:t>
            </a:r>
          </a:p>
          <a:p>
            <a:r>
              <a:t>Competition eligibility</a:t>
            </a:r>
          </a:p>
          <a:p>
            <a:r>
              <a:t>Mentorship matching</a:t>
            </a:r>
          </a:p>
          <a:p>
            <a:r>
              <a:t>Industry networking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2286000"/>
            <a:ext cx="4114800" cy="41148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688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3832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  <a:latin typeface="Segoe UI"/>
              </a:defRPr>
            </a:pPr>
            <a:r>
              <a:t>CASUAL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93192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7CC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572000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Monthly workshops</a:t>
            </a:r>
          </a:p>
          <a:p>
            <a:r>
              <a:t>Social events</a:t>
            </a:r>
          </a:p>
          <a:p>
            <a:r>
              <a:t>Resource access</a:t>
            </a:r>
          </a:p>
          <a:p>
            <a:r>
              <a:t>Community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286000"/>
            <a:ext cx="4114800" cy="41148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4688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33832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LEADERSHIP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393192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7CC"/>
                </a:solidFill>
                <a:latin typeface="Segoe UI"/>
              </a:defRPr>
            </a:pPr>
            <a:r>
              <a:t>Application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4572000"/>
            <a:ext cx="3566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212529"/>
                </a:solidFill>
                <a:latin typeface="Segoe UI"/>
              </a:defRPr>
            </a:pPr>
            <a:r>
              <a:t>Lead project teams</a:t>
            </a:r>
          </a:p>
          <a:p>
            <a:r>
              <a:t>Organize events</a:t>
            </a:r>
          </a:p>
          <a:p>
            <a:r>
              <a:t>Build resume</a:t>
            </a:r>
          </a:p>
          <a:p>
            <a:r>
              <a:t>Exclusive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FF9A00"/>
              </a:gs>
              <a:gs pos="100000">
                <a:srgbClr val="FFCE54"/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 Black"/>
              </a:defRPr>
            </a:pPr>
            <a:r>
              <a:t>YOUR AI JOURNEY</a:t>
            </a:r>
          </a:p>
          <a:p>
            <a:r>
              <a:t>STARTS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🚀 IMMEDIATE ACTIONS:</a:t>
            </a:r>
          </a:p>
          <a:p>
            <a:r>
              <a:t>1. Join Our Discord - Get connected today</a:t>
            </a:r>
          </a:p>
          <a:p>
            <a:r>
              <a:t>2. Follow @NexusAI_UST - Stay updated</a:t>
            </a:r>
          </a:p>
          <a:p>
            <a:r>
              <a:t>3. Attend Next Meeting - [Date/Time/Location]</a:t>
            </a:r>
          </a:p>
          <a:p>
            <a:r>
              <a:t>4. Sign Up for Newsletter - Weekly opportunities</a:t>
            </a:r>
          </a:p>
          <a:p/>
          <a:p>
            <a:r>
              <a:t>📞 Contact: nexusai@stthomas.edu | [Phone] | nexusai.stthomas.edu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6583680"/>
            <a:ext cx="4572000" cy="91440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6766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7CC"/>
                </a:solidFill>
                <a:latin typeface="Segoe UI Black"/>
              </a:defRPr>
            </a:pPr>
            <a:r>
              <a:t>JOIN NEXUS AI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