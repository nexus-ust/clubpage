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7CC"/>
                </a:solidFill>
                <a:latin typeface="Segoe UI"/>
              </a:defRPr>
            </a:pPr>
            <a:r>
              <a:t>THE AI REVOLUTION STARTS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529"/>
                </a:solidFill>
                <a:latin typeface="Segoe UI"/>
              </a:defRPr>
            </a:pPr>
            <a:r>
              <a:t>Join Nexus AI Club at University of St. Thomas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t>🚀 AI will create 12M new jobs by 2025</a:t>
            </a:r>
          </a:p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t>💰 AI engineers earn $165K+ starting salary</a:t>
            </a:r>
          </a:p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t>📈 97% of businesses plan AI adoption by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THE OPPORTUNITY IS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🚀 2.3 million AI jobs posted in 2024 (40% increase from 2023)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💰 Average AI salary: $165,000 (vs $75,000 general tech)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📈 Demand growing 5x faster than skilled professionals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🏢 Every industry needs AI talent: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    Healthcare • Finance • Marketing • 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C3545"/>
                </a:solidFill>
                <a:latin typeface="Segoe UI"/>
              </a:defRPr>
            </a:pPr>
            <a:r>
              <a:t>BUT THERE'S A PROBLEM...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😰 87% of students graduate without practical AI skills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🎓 Traditional courses focus on theory, not real-world application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🔌 Skills gap between what employers want vs. what schools teach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⏰ Time is running out - AI adoption accelerating rapidly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MEET NEXUS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C757D"/>
                </a:solidFill>
                <a:latin typeface="Segoe UI"/>
              </a:defRPr>
            </a:pPr>
            <a:r>
              <a:t>Your Gateway to AI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🎯 Mission: Empower UST students with cutting-edge AI skills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🌟 Vision: Transform UST into Minnesota's premier AI talent hub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🤝 Community: Where curiosity meets capability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🚀 Promise: Real skills, real projects, real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OUR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C757D"/>
                </a:solidFill>
                <a:latin typeface="Segoe UI"/>
              </a:defRPr>
            </a:pPr>
            <a:r>
              <a:t>Transforming UST into an AI Powerhouse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By 2026, Nexus AI will: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🏆 Graduate 200+ AI-skilled students annually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🤝 Partner with 25+ companies for internships/jobs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🏅 Win 5+ major AI competitions nationally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💡 Launch 10+ AI startups from our community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📚 Create AI curriculum adopted by other universities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FOUR PILLARS OF AI EXCELLENCE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56032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>
                <a:solidFill>
                  <a:srgbClr val="0077CC"/>
                </a:solidFill>
                <a:latin typeface="Segoe UI"/>
              </a:defRPr>
            </a:pPr>
            <a:r>
              <a:t>🛠️ HANDS-ON LEARNING</a:t>
            </a:r>
          </a:p>
          <a:p>
            <a:pPr algn="l">
              <a:defRPr sz="1100">
                <a:solidFill>
                  <a:srgbClr val="212529"/>
                </a:solidFill>
                <a:latin typeface="Segoe UI"/>
              </a:defRPr>
            </a:pPr>
            <a:r>
              <a:t>Weekly coding workshops</a:t>
            </a:r>
            <a:br/>
            <a:r>
              <a:t>ML model building sessions</a:t>
            </a:r>
            <a:br/>
            <a:r>
              <a:t>AI tool masterclasses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56032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>
                <a:solidFill>
                  <a:srgbClr val="0077CC"/>
                </a:solidFill>
                <a:latin typeface="Segoe UI"/>
              </a:defRPr>
            </a:pPr>
            <a:r>
              <a:t>🚀 REAL PROJECTS</a:t>
            </a:r>
          </a:p>
          <a:p>
            <a:pPr algn="l">
              <a:defRPr sz="1100">
                <a:solidFill>
                  <a:srgbClr val="212529"/>
                </a:solidFill>
                <a:latin typeface="Segoe UI"/>
              </a:defRPr>
            </a:pPr>
            <a:r>
              <a:t>Industry partnerships</a:t>
            </a:r>
            <a:br/>
            <a:r>
              <a:t>Startup collaborations</a:t>
            </a:r>
            <a:br/>
            <a:r>
              <a:t>Social impact initiatives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286000"/>
            <a:ext cx="256032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>
                <a:solidFill>
                  <a:srgbClr val="0077CC"/>
                </a:solidFill>
                <a:latin typeface="Segoe UI"/>
              </a:defRPr>
            </a:pPr>
            <a:r>
              <a:t>🏆 COMPETITIONS</a:t>
            </a:r>
          </a:p>
          <a:p>
            <a:pPr algn="l">
              <a:defRPr sz="1100">
                <a:solidFill>
                  <a:srgbClr val="212529"/>
                </a:solidFill>
                <a:latin typeface="Segoe UI"/>
              </a:defRPr>
            </a:pPr>
            <a:r>
              <a:t>Hackathons &amp; contests</a:t>
            </a:r>
            <a:br/>
            <a:r>
              <a:t>Research paper submissions</a:t>
            </a:r>
            <a:br/>
            <a:r>
              <a:t>Innovation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286000"/>
            <a:ext cx="256032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>
                <a:solidFill>
                  <a:srgbClr val="0077CC"/>
                </a:solidFill>
                <a:latin typeface="Segoe UI"/>
              </a:defRPr>
            </a:pPr>
            <a:r>
              <a:t>🌐 NETWORKING</a:t>
            </a:r>
          </a:p>
          <a:p>
            <a:pPr algn="l">
              <a:defRPr sz="1100">
                <a:solidFill>
                  <a:srgbClr val="212529"/>
                </a:solidFill>
                <a:latin typeface="Segoe UI"/>
              </a:defRPr>
            </a:pPr>
            <a:r>
              <a:t>Industry guest speakers</a:t>
            </a:r>
            <a:br/>
            <a:r>
              <a:t>Alumni mentorship</a:t>
            </a:r>
            <a:br/>
            <a:r>
              <a:t>Career placement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BUILD REAL AI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What You'll Master: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🤖 Machine Learning: TensorFlow, PyTorch, scikit-learn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🧠 Deep Learning: Neural networks, computer vision, NLP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📊 Data Science: Python, R, SQL, data visualization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🔧 AI Tools: ChatGPT API, Midjourney, Claude, GitHub Copilot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☁️ Cloud AI: AWS, Google Cloud, Azure ML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Recent Projects: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Automated essay grading system for English department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Predictive model for student success rates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AI chatbot for campus dining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YOUR NETWORK IS YOUR NET 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Partnership Pipeline: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🏢 Local Partners: Target, 3M, Medtronic, General Mills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🚀 Startups: 5+ Twin Cities AI companies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🎓 Alumni Network: 50+ graduates in AI roles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💼 Placement Rate: 94% of members get AI-related internships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Upcoming Events: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November: 3M AI Innovation Workshop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December: Target Data Science Career Panel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January: Medtronic Healthcare AI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8A745"/>
                </a:solidFill>
                <a:latin typeface="Segoe UI"/>
              </a:defRPr>
            </a:pPr>
            <a:r>
              <a:t>WE WIN. YOU WIN.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2024 Achievements: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🥇 1st Place: Minnesota Collegiate AI Hackathon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🥈 2nd Place: Midwest Machine Learning Competition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🏆 3x Regional Winners: Various AI challenges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📝 5 Research Papers: Accepted at conferences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Financial Impact: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💰 $15,000+ in prize money and scholarships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📈 78% success rate - teams place in top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8A745"/>
                </a:solidFill>
                <a:latin typeface="Segoe UI"/>
              </a:defRPr>
            </a:pPr>
            <a:r>
              <a:t>AI FOR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Real Projects Making a Difference: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🏥 Healthcare: Diagnostic assistance tool for local clinic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🌱 Sustainability: Energy optimization model for campus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📚 Education: Personalized tutoring AI for elementary schools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🚗 Safety: Traffic pattern analysis for St. Paul city planning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Community Impact: 500+ volunteer hours applying AI to social problems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WHAT'S IN IT FOR YOU?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200400" cy="36576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0"/>
          <a:lstStyle/>
          <a:p>
            <a:pPr algn="ctr">
              <a:defRPr sz="1600" b="1">
                <a:solidFill>
                  <a:srgbClr val="0077CC"/>
                </a:solidFill>
                <a:latin typeface="Segoe UI"/>
              </a:defRPr>
            </a:pPr>
            <a:r>
              <a:t>For STUDENTS:</a:t>
            </a:r>
          </a:p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💼 Career Advantage</a:t>
            </a:r>
            <a:br/>
            <a:r>
              <a:t>🤝 Mentorship</a:t>
            </a:r>
            <a:br/>
            <a:r>
              <a:t>📜 Certificates</a:t>
            </a:r>
            <a:br/>
            <a:r>
              <a:t>💰 Scholarships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286000"/>
            <a:ext cx="3200400" cy="3657600"/>
          </a:xfrm>
          <a:prstGeom prst="roundRect">
            <a:avLst/>
          </a:prstGeom>
          <a:solidFill>
            <a:srgbClr val="E6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0"/>
          <a:lstStyle/>
          <a:p>
            <a:pPr algn="ctr">
              <a:defRPr sz="1600" b="1">
                <a:solidFill>
                  <a:srgbClr val="0077CC"/>
                </a:solidFill>
                <a:latin typeface="Segoe UI"/>
              </a:defRPr>
            </a:pPr>
            <a:r>
              <a:t>For FACULTY:</a:t>
            </a:r>
          </a:p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🔬 Research Collaboration</a:t>
            </a:r>
            <a:br/>
            <a:r>
              <a:t>📊 Data Access</a:t>
            </a:r>
            <a:br/>
            <a:r>
              <a:t>🌐 Industry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286000"/>
            <a:ext cx="3200400" cy="3657600"/>
          </a:xfrm>
          <a:prstGeom prst="roundRect">
            <a:avLst/>
          </a:prstGeom>
          <a:solidFill>
            <a:srgbClr val="FFF8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0"/>
          <a:lstStyle/>
          <a:p>
            <a:pPr algn="ctr">
              <a:defRPr sz="1600" b="1">
                <a:solidFill>
                  <a:srgbClr val="0077CC"/>
                </a:solidFill>
                <a:latin typeface="Segoe UI"/>
              </a:defRPr>
            </a:pPr>
            <a:r>
              <a:t>For ADMINISTRATION:</a:t>
            </a:r>
          </a:p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📈 Rankings Boost</a:t>
            </a:r>
            <a:br/>
            <a:r>
              <a:t>💰 Funding Opportunities</a:t>
            </a:r>
            <a:br/>
            <a:r>
              <a:t>🎓 Higher Placement Rates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8A745"/>
                </a:solidFill>
                <a:latin typeface="Segoe UI"/>
              </a:defRPr>
            </a:pPr>
            <a:r>
              <a:t>WHERE OUR MEMBERS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Alumni Spotlight: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Sarah Chen '24: Machine Learning Engineer at Target ($120K starting)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Mike Rodriguez '23: AI Research Assistant at Mayo Clinic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Emma Johnson '24: Founded AI startup (raised $250K seed funding)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David Park '23: Data Scientist at 3M ($95K starting)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Current Members Say: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"Nexus AI didn't just teach me to code - it taught me to think like an AI engineer."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- Jessica, Senior CS Major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"The industry connections alone were worth joining. I had 3 internship offers!"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- Alex, Junior Data Science Major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"/>
              </a:defRPr>
            </a:pPr>
            <a:r>
              <a:t>MEET YOUR LEADERS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Executive Team: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President: CS Senior, 2x Hackathon Winner, Google Intern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VP Technology: Data Science Major, Published AI Researcher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VP Operations: Business Analytics, Microsoft Azure Certified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Community Manager: Psychology + CS Double Major, UX Focus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Advisory Board: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Prof. [Name], Computer Science Department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Dr. [Name], AI Researcher, 3M Corporation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[Name], Startup Founder &amp; UST Alum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  <a:latin typeface="Segoe UI"/>
              </a:defRPr>
            </a:pPr>
            <a:r>
              <a:t>READY TO SHAPE THE FUTURE?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3474720" cy="3657600"/>
          </a:xfrm>
          <a:prstGeom prst="round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/>
            </a:pPr>
            <a:r>
              <a:t>🌟 FULL MEMBERSHIP</a:t>
            </a:r>
          </a:p>
          <a:p>
            <a:pPr algn="ctr">
              <a:defRPr sz="1200" b="1">
                <a:solidFill>
                  <a:srgbClr val="0077CC"/>
                </a:solidFill>
              </a:defRPr>
            </a:pPr>
            <a:r>
              <a:t>$20/semester</a:t>
            </a:r>
          </a:p>
          <a:p>
            <a:pPr>
              <a:defRPr sz="1000"/>
            </a:pPr>
            <a:r>
              <a:t>All workshops &amp; events</a:t>
            </a:r>
            <a:br/>
            <a:r>
              <a:t>Competition team eligibility</a:t>
            </a:r>
            <a:br/>
            <a:r>
              <a:t>Mentorship matching</a:t>
            </a:r>
            <a:br/>
            <a:r>
              <a:t>Industry networking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286000"/>
            <a:ext cx="3474720" cy="3657600"/>
          </a:xfrm>
          <a:prstGeom prst="round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/>
            </a:pPr>
            <a:r>
              <a:t>⚡ CASUAL MEMBER</a:t>
            </a:r>
          </a:p>
          <a:p>
            <a:pPr algn="ctr">
              <a:defRPr sz="1200" b="1">
                <a:solidFill>
                  <a:srgbClr val="0077CC"/>
                </a:solidFill>
              </a:defRPr>
            </a:pPr>
            <a:r>
              <a:t>Free</a:t>
            </a:r>
          </a:p>
          <a:p>
            <a:pPr>
              <a:defRPr sz="1000"/>
            </a:pPr>
            <a:r>
              <a:t>Monthly workshops</a:t>
            </a:r>
            <a:br/>
            <a:r>
              <a:t>Social events</a:t>
            </a:r>
            <a:br/>
            <a:r>
              <a:t>Resource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286000"/>
            <a:ext cx="3474720" cy="3657600"/>
          </a:xfrm>
          <a:prstGeom prst="round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/>
            </a:pPr>
            <a:r>
              <a:t>🔥 LEADERSHIP TRACK</a:t>
            </a:r>
          </a:p>
          <a:p>
            <a:pPr algn="ctr">
              <a:defRPr sz="1200" b="1">
                <a:solidFill>
                  <a:srgbClr val="0077CC"/>
                </a:solidFill>
              </a:defRPr>
            </a:pPr>
            <a:r>
              <a:t>Application required</a:t>
            </a:r>
          </a:p>
          <a:p>
            <a:pPr>
              <a:defRPr sz="1000"/>
            </a:pPr>
            <a:r>
              <a:t>Lead project teams</a:t>
            </a:r>
            <a:br/>
            <a:r>
              <a:t>Organize events</a:t>
            </a:r>
            <a:br/>
            <a:r>
              <a:t>Build your resume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A745"/>
                </a:solidFill>
              </a:defRPr>
            </a:pPr>
            <a:r>
              <a:t>No Experience? No Problem! We welcome beginners and provide foundational training.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  <a:latin typeface="Segoe UI"/>
              </a:defRPr>
            </a:pPr>
            <a:r>
              <a:t>YOUR AI JOURNEY STARTS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🚀 IMMEDIATE ACTIONS: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1. Join Our Discord: [QR Code/Link] - Get connected today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2. Follow @NexusAI_UST - Stay updated on events &amp; opportunities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3. Attend Next Meeting: [Date/Time/Location]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4. Sign Up for Newsletter: Weekly AI opportunities &amp; resources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📅 UPCOMING: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Info Session: [Date] - Learn more &amp; ask questions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Welcome Workshop: "AI in 90 Minutes" for beginners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First Competition: [Date] - Team formation meeting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📧 Contact Information: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Email: nexusai@stthomas.edu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Website: nexusai.stthomas.edu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Text us: [Phone Number]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Meetings: Every [Day] at [Time] in [Location]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5669280"/>
            <a:ext cx="6702552" cy="91440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12529"/>
                </a:solidFill>
                <a:latin typeface="Segoe UI"/>
              </a:defRPr>
            </a:pPr>
            <a:r>
              <a:t>Questions? Let's talk after the presentation!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